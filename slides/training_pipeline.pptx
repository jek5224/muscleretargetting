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222"/>
                </a:solidFill>
              </a:defRPr>
            </a:pPr>
            <a:r>
              <a:t>V1: Training from Single BVH Motion</a:t>
            </a:r>
          </a:p>
        </p:txBody>
      </p:sp>
      <p:pic>
        <p:nvPicPr>
          <p:cNvPr id="3" name="Picture 2" descr="pipeline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645920"/>
            <a:ext cx="86868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Single dance BVH clip (~3K frames) as training data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FEM (ARAP) simulation bakes per-frame vertex displacements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Input: 4-dim DOFs + velocity (hip 3 + knee 1)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Per-muscle decoder outputs vertex displacements directly (no PCA)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222"/>
                </a:solidFill>
              </a:defRPr>
            </a:pPr>
            <a:r>
              <a:t>V2: Training from BVH Motion Dataset</a:t>
            </a:r>
          </a:p>
        </p:txBody>
      </p:sp>
      <p:pic>
        <p:nvPicPr>
          <p:cNvPr id="3" name="Picture 2" descr="pipelin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645920"/>
            <a:ext cx="86868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82 BVH clips (walk, run, dance, jump, ...) provide diverse motion coverage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FEM (ARAP) simulation bakes per-frame vertex displacements for each muscle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Input: 20-dim feature vector (joint angles + derivatives over sliding window)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Shared encoder + muscle embeddings, PCA output basis, temporal consistency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222"/>
                </a:solidFill>
              </a:defRPr>
            </a:pPr>
            <a:r>
              <a:t>Network Architecture</a:t>
            </a:r>
          </a:p>
        </p:txBody>
      </p:sp>
      <p:pic>
        <p:nvPicPr>
          <p:cNvPr id="3" name="Picture 2" descr="network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097280"/>
            <a:ext cx="96012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5778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Shared encoder (6 ResBlocks, 1024-dim) + single decoder conditioned on muscle embedding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Linear baseline + residual: stable training with skip connection from input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~24M parameters, real-time inference at 365 FPS on GPU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222"/>
                </a:solidFill>
              </a:defRPr>
            </a:pPr>
            <a:r>
              <a:t>V3: Training from DOF Grid Sampling Dataset</a:t>
            </a:r>
          </a:p>
        </p:txBody>
      </p:sp>
      <p:pic>
        <p:nvPicPr>
          <p:cNvPr id="3" name="Picture 2" descr="pipeline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645920"/>
            <a:ext cx="86868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Systematic 7-DOF sampling via Latin Hypercube (hip 3 + knee 1 + ankle 3)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30K samples covering full ROM — no motion clip dependency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Input: 7 raw joint angles (deterministic mapping, no temporal features)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  <a:buChar char="•"/>
            </a:pPr>
            <a:r>
              <a:t>Constraint losses: fixed vertex penalty + inter-muscle distance consistency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